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8" r:id="rId5"/>
    <p:sldId id="267" r:id="rId6"/>
    <p:sldId id="266" r:id="rId7"/>
    <p:sldId id="265" r:id="rId8"/>
    <p:sldId id="264" r:id="rId9"/>
    <p:sldId id="263" r:id="rId10"/>
    <p:sldId id="262" r:id="rId11"/>
    <p:sldId id="261" r:id="rId12"/>
    <p:sldId id="260" r:id="rId13"/>
    <p:sldId id="259" r:id="rId14"/>
    <p:sldId id="25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en-US" b="1"/>
              <a:t>Machine Learning Privacy Attacks: A Technical Analysis</a:t>
            </a:r>
            <a:endParaRPr lang="en-US" altLang="en-US" b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en-US"/>
              <a:t>Understanding the Risks in Modern AI</a:t>
            </a:r>
            <a:endParaRPr lang="en-US" altLang="en-US"/>
          </a:p>
          <a:p>
            <a:r>
              <a:rPr lang="en-US" altLang="en-US"/>
              <a:t>Muhammad Junaid (BITF22M035)</a:t>
            </a:r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/>
              <a:t>The Privacy Paradox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en-US"/>
              <a:t>The Problem: Machine learning models are powered by "an unprecedented amount of data,"  much of which is sensitive. </a:t>
            </a:r>
            <a:r>
              <a:rPr lang="" altLang="en-US"/>
              <a:t> </a:t>
            </a:r>
            <a:r>
              <a:rPr lang="en-US" altLang="en-US"/>
              <a:t> 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The Paradox: To be effective, models must learn patterns from this data. This "learning" process often involves "memorization," which creates privacy vulnerabilities. </a:t>
            </a:r>
            <a:r>
              <a:rPr lang="" altLang="en-US"/>
              <a:t> </a:t>
            </a:r>
            <a:r>
              <a:rPr lang="en-US" altLang="en-US"/>
              <a:t> 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The Legal Risk: This leakage is in direct conflict with privacy regulations like GDPR and CCPA, which mandate data minimization and purpose limitation.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/>
              <a:t>Today's Agenda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r>
              <a:rPr lang="en-US" altLang="en-US"/>
              <a:t>The Core Threats: A Taxonomy</a:t>
            </a:r>
            <a:endParaRPr lang="en-US" altLang="en-US"/>
          </a:p>
          <a:p>
            <a:r>
              <a:rPr lang="en-US" altLang="en-US"/>
              <a:t>Membership Inference (MIA)</a:t>
            </a:r>
            <a:endParaRPr lang="en-US" altLang="en-US"/>
          </a:p>
          <a:p>
            <a:r>
              <a:rPr lang="en-US" altLang="en-US"/>
              <a:t>Model Inversion (MI)</a:t>
            </a:r>
            <a:endParaRPr lang="en-US" altLang="en-US"/>
          </a:p>
          <a:p>
            <a:r>
              <a:rPr lang="en-US" altLang="en-US"/>
              <a:t>Data Poisoning</a:t>
            </a:r>
            <a:endParaRPr lang="en-US" altLang="en-US"/>
          </a:p>
          <a:p>
            <a:r>
              <a:rPr lang="en-US" altLang="en-US"/>
              <a:t>The New Frontier</a:t>
            </a:r>
            <a:endParaRPr lang="en-US" altLang="en-US"/>
          </a:p>
          <a:p>
            <a:r>
              <a:rPr lang="en-US" altLang="en-US"/>
              <a:t>Large Language Models (LLMs) &amp; Architectural Flaws</a:t>
            </a:r>
            <a:endParaRPr lang="en-US" altLang="en-US"/>
          </a:p>
          <a:p>
            <a:r>
              <a:rPr lang="en-US" altLang="en-US"/>
              <a:t>Defenses &amp; Mitigations</a:t>
            </a:r>
            <a:endParaRPr lang="en-US" altLang="en-US"/>
          </a:p>
          <a:p>
            <a:r>
              <a:rPr lang="en-US" altLang="en-US"/>
              <a:t>Differential Privacy (DP)</a:t>
            </a:r>
            <a:endParaRPr lang="en-US" altLang="en-US"/>
          </a:p>
          <a:p>
            <a:r>
              <a:rPr lang="en-US" altLang="en-US"/>
              <a:t>Conclusion &amp; Key Takeaways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816</Words>
  <Application>WPS Presentation</Application>
  <PresentationFormat>Widescreen</PresentationFormat>
  <Paragraphs>25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Muhammad Junaid</dc:creator>
  <cp:lastModifiedBy>Muhammad Junaid</cp:lastModifiedBy>
  <cp:revision>3</cp:revision>
  <dcterms:created xsi:type="dcterms:W3CDTF">2025-07-23T00:59:00Z</dcterms:created>
  <dcterms:modified xsi:type="dcterms:W3CDTF">2025-11-16T18:52:23Z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EFF870DB926D4641B0A2EDD81652462F_11</vt:lpwstr>
  </property>
  <property fmtid="{D5CDD505-2E9C-101B-9397-08002B2CF9AE}" pid="3" name="KSOProductBuildVer">
    <vt:lpwstr>1033-12.2.0.23155</vt:lpwstr>
  </property>
</Properties>
</file>